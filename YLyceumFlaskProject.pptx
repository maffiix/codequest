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13"/>
    <p:restoredTop sz="94686"/>
  </p:normalViewPr>
  <p:slideViewPr>
    <p:cSldViewPr snapToGrid="0">
      <p:cViewPr varScale="1">
        <p:scale>
          <a:sx n="137" d="100"/>
          <a:sy n="137" d="100"/>
        </p:scale>
        <p:origin x="600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E8F7F4-249D-722B-8BDE-FCED9FFD4E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D92034-C48F-55CB-A393-7D2FE72ACC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AE8314-9D3F-40D4-A5A1-B662CFEF8F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D076B-BED7-C944-A012-EBD2CAE4523E}" type="datetimeFigureOut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2F6B90-367E-DF23-8703-033D5827F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7F149A-AC58-DA6D-1C98-B45F2BE66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874C9-811D-DA46-802A-F702AE350A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2505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857958-D81F-C00E-2E81-D00B0766D3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497859-333B-85C3-B51A-A9CD03356C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790C2A-E6E8-CE46-584C-7CA84C144B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D076B-BED7-C944-A012-EBD2CAE4523E}" type="datetimeFigureOut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8F6F04-545F-087F-37A1-23495731BC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B3AE43-CE25-E78A-A8F2-7A5620699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874C9-811D-DA46-802A-F702AE350A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9049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314DC-0279-C59B-F9BC-D071ED0C7F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0287F1-E2F7-7BC3-385B-9A5E06FDD0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3576FD-2BA7-D0DA-EEB2-7C8A7F2CB7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D076B-BED7-C944-A012-EBD2CAE4523E}" type="datetimeFigureOut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B2BCD0-6042-D774-F3CA-E43A933B7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626F05-AE79-2279-3E90-45F9044FE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874C9-811D-DA46-802A-F702AE350A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2122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26F9D1-BACE-E612-CA74-D67A08346C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2E1295-02CA-3B79-A8EC-A4DF927713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86EA8E-BE34-6283-80E0-CC0CC7833E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5E572A-88B4-EB60-9135-A17780B95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D076B-BED7-C944-A012-EBD2CAE4523E}" type="datetimeFigureOut">
              <a:rPr lang="en-US" smtClean="0"/>
              <a:t>5/12/26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12C7F4-913B-5A6A-F73E-CB9DB74F36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EEE8C5-C270-2129-0817-09982FB07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874C9-811D-DA46-802A-F702AE350A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6511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DAE15-5E5E-7C73-EA77-64A83BB1D6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BE483A-C520-A5CB-CC1D-61973CB0FD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A7B444-C066-6112-E0C6-5BCF58A287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2171CF-B3EA-53AF-48FF-9F07EB080E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C09804-AC13-2C6D-A535-19C0EB83EC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25E9E24-6D0C-ABA3-7AE1-2BDE8BF6E6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D076B-BED7-C944-A012-EBD2CAE4523E}" type="datetimeFigureOut">
              <a:rPr lang="en-US" smtClean="0"/>
              <a:t>5/12/26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ECD10E1-E882-3238-E0B6-FBD8F90E3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7BB6129-55EF-B565-4800-11DAB8F01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874C9-811D-DA46-802A-F702AE350A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8505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E6BFCD-27A3-D3C5-48BF-304C9DEE9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EA639F-C224-5F4C-FE42-9166BAB898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D076B-BED7-C944-A012-EBD2CAE4523E}" type="datetimeFigureOut">
              <a:rPr lang="en-US" smtClean="0"/>
              <a:t>5/12/26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750F59-D843-EC97-CA29-F25DC29512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C1A55F-F6BE-7F6B-45B8-7B4F065463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874C9-811D-DA46-802A-F702AE350A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9618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483321-0A20-4911-CCF9-E7EFB5B53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D076B-BED7-C944-A012-EBD2CAE4523E}" type="datetimeFigureOut">
              <a:rPr lang="en-US" smtClean="0"/>
              <a:t>5/12/26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4375BB5-E11C-5437-BD1D-6DEDB00098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646CD5-B7AC-60B2-35EC-784E93987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874C9-811D-DA46-802A-F702AE350A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8758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596317-36D8-7600-EC08-6BCA343888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0E7C34-050C-6910-48AF-B577DB211B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C53135-9EC0-AAB3-A55B-B7F5539F36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12CDED-389C-5055-4BFD-D69F554681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D076B-BED7-C944-A012-EBD2CAE4523E}" type="datetimeFigureOut">
              <a:rPr lang="en-US" smtClean="0"/>
              <a:t>5/12/26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83B10F-BEFD-3270-4D27-8C30C29AD9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041116-CC92-766E-AECE-D5254F69A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874C9-811D-DA46-802A-F702AE350A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2879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1951D-D84F-0369-DFAC-A23E3DD927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4629309-7436-951B-6988-FDF75D642F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635E51-936D-B4C3-E47C-D1BB73E6A2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5A5A5E-85A1-0480-760D-7F16452DF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D076B-BED7-C944-A012-EBD2CAE4523E}" type="datetimeFigureOut">
              <a:rPr lang="en-US" smtClean="0"/>
              <a:t>5/12/26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8B04CB-6B7A-FD8F-0896-D6EEA2B76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A07891-41DE-7DA5-338B-5A4B5B874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874C9-811D-DA46-802A-F702AE350A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3534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E447D-3AC3-5266-47D0-F5A61B5D94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0CD881-2854-63EE-AB9C-EE0D5E0E12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AE9650-2895-6FC6-94D7-34F396F84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D076B-BED7-C944-A012-EBD2CAE4523E}" type="datetimeFigureOut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D451BD-1D8E-3924-CB8A-DBD5E7733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AD9961-5BA6-9347-8031-7898F20F4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874C9-811D-DA46-802A-F702AE350A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8579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841EC5F-40A7-C240-89AA-F0B2DA3019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2707DF-4B05-82A6-8B9E-D0A730DE30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1182AB-0D45-8068-F9A3-231917B69C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D076B-BED7-C944-A012-EBD2CAE4523E}" type="datetimeFigureOut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188155-6CDC-00DD-6D18-92DBF8E7A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F9101C-A831-4EC7-8C18-0C7889001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874C9-811D-DA46-802A-F702AE350A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3196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A8CA65-0419-2DC6-DCED-38D75E8EC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ED2148-6392-F067-02DD-9F3449F8E1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38D81E-7D1F-731E-72EC-100DD5658A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AD076B-BED7-C944-A012-EBD2CAE4523E}" type="datetimeFigureOut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821E8E-80B0-DB5F-31EC-549D94940E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AD47E8-3807-30EC-B2D7-9CF1EBB735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C874C9-811D-DA46-802A-F702AE350A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88155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jpe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7F5276-6D90-875D-E216-F1502A3B262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CodeQuest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A90DED-DAA6-9C44-357C-15298DFFEE5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История об украденном президенте</a:t>
            </a:r>
          </a:p>
          <a:p>
            <a:endParaRPr lang="ru-RU" dirty="0"/>
          </a:p>
          <a:p>
            <a:endParaRPr lang="ru-RU" dirty="0"/>
          </a:p>
          <a:p>
            <a:r>
              <a:rPr lang="ru-RU" sz="1000" dirty="0" err="1"/>
              <a:t>Кирильчук</a:t>
            </a:r>
            <a:r>
              <a:rPr lang="ru-RU" sz="1000" dirty="0"/>
              <a:t> Михаил / Мазуркевич Максимилиан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730253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E5AEB-F4CD-BEC0-D0A5-E32598655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Идея проекта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523D41-F22F-12F8-177A-567AB3B2FB8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На нашей платформе нужно решать задачи разной сложности, чтобы открывать новые главы интересной истории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3C5FE3E-E8FF-E575-1E09-DEEBC262EF4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096000" y="1690688"/>
            <a:ext cx="5181600" cy="3245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08406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2AB1-24FD-FC47-25A1-C27771502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На чем держится проект?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CC9320-018B-7F6B-5791-FDF797108A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395061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dirty="0"/>
              <a:t>Стек у нас оказался таким: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86A76B-543D-8D52-F411-374A119C3F2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1800" dirty="0"/>
              <a:t>Backend:</a:t>
            </a:r>
          </a:p>
          <a:p>
            <a:r>
              <a:rPr lang="en-US" sz="1800" dirty="0"/>
              <a:t>Flask – </a:t>
            </a:r>
            <a:r>
              <a:rPr lang="ru-RU" sz="1800" dirty="0"/>
              <a:t>веб-фреймворк</a:t>
            </a:r>
          </a:p>
          <a:p>
            <a:r>
              <a:rPr lang="en-US" sz="1800" dirty="0" err="1"/>
              <a:t>SQLAlchemy</a:t>
            </a:r>
            <a:r>
              <a:rPr lang="en-US" sz="1800" dirty="0"/>
              <a:t> – ORM</a:t>
            </a:r>
          </a:p>
          <a:p>
            <a:r>
              <a:rPr lang="en-US" sz="1800" dirty="0"/>
              <a:t>Subprocess –</a:t>
            </a:r>
            <a:r>
              <a:rPr lang="ru-RU" sz="1800" dirty="0"/>
              <a:t> безопасный запуск кода</a:t>
            </a:r>
          </a:p>
          <a:p>
            <a:pPr marL="0" indent="0">
              <a:buNone/>
            </a:pPr>
            <a:endParaRPr lang="ru-RU" sz="1800" dirty="0"/>
          </a:p>
          <a:p>
            <a:pPr marL="0" indent="0">
              <a:buNone/>
            </a:pPr>
            <a:r>
              <a:rPr lang="en-US" sz="1800" dirty="0"/>
              <a:t>Frontend:</a:t>
            </a:r>
          </a:p>
          <a:p>
            <a:r>
              <a:rPr lang="en-US" sz="1800" dirty="0"/>
              <a:t>Vanilla JS (</a:t>
            </a:r>
            <a:r>
              <a:rPr lang="ru-RU" sz="1800" dirty="0"/>
              <a:t>без фреймворков</a:t>
            </a:r>
            <a:r>
              <a:rPr lang="en-US" sz="1800" dirty="0"/>
              <a:t>)</a:t>
            </a:r>
            <a:endParaRPr lang="ru-RU" sz="1800" dirty="0"/>
          </a:p>
          <a:p>
            <a:r>
              <a:rPr lang="en-US" sz="1800" dirty="0"/>
              <a:t>Bootstrap 5</a:t>
            </a:r>
          </a:p>
          <a:p>
            <a:r>
              <a:rPr lang="en-US" sz="1800" dirty="0"/>
              <a:t>Custom Code Editor (</a:t>
            </a:r>
            <a:r>
              <a:rPr lang="ru-RU" sz="1800" dirty="0"/>
              <a:t>сами писали</a:t>
            </a:r>
            <a:r>
              <a:rPr lang="en-US" sz="1800" dirty="0"/>
              <a:t>)</a:t>
            </a:r>
            <a:endParaRPr lang="ru-RU" sz="1800" dirty="0"/>
          </a:p>
          <a:p>
            <a:endParaRPr lang="ru-RU" sz="1800" dirty="0"/>
          </a:p>
          <a:p>
            <a:pPr marL="0" indent="0">
              <a:buNone/>
            </a:pPr>
            <a:r>
              <a:rPr lang="en-US" sz="1800" dirty="0"/>
              <a:t>Database:</a:t>
            </a:r>
          </a:p>
          <a:p>
            <a:r>
              <a:rPr lang="en-US" sz="1800" dirty="0"/>
              <a:t>SQLite – </a:t>
            </a:r>
            <a:r>
              <a:rPr lang="ru-RU" sz="1800" dirty="0"/>
              <a:t>хранение пользователей, уровней и прогресса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EECBE88-11A7-E216-5550-C9642E709F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540" y="2699452"/>
            <a:ext cx="853751" cy="8035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vanilla javascript language">
            <a:extLst>
              <a:ext uri="{FF2B5EF4-FFF2-40B4-BE49-F238E27FC236}">
                <a16:creationId xmlns:a16="http://schemas.microsoft.com/office/drawing/2014/main" id="{057F78AC-26F1-048B-3E78-7AFCCBF00D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4691" y="2699452"/>
            <a:ext cx="853751" cy="8035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EA4BE645-66D7-FC50-D354-550F8D44BD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1731" y="2660841"/>
            <a:ext cx="2048069" cy="8028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SQLAlchemy - Wikipedia">
            <a:extLst>
              <a:ext uri="{FF2B5EF4-FFF2-40B4-BE49-F238E27FC236}">
                <a16:creationId xmlns:a16="http://schemas.microsoft.com/office/drawing/2014/main" id="{9846B049-5936-F823-78D9-E64811C1B9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758" y="5345813"/>
            <a:ext cx="1607060" cy="8035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>
            <a:extLst>
              <a:ext uri="{FF2B5EF4-FFF2-40B4-BE49-F238E27FC236}">
                <a16:creationId xmlns:a16="http://schemas.microsoft.com/office/drawing/2014/main" id="{A1DA05AA-B661-A131-293E-94B9447D35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6809" y="5318194"/>
            <a:ext cx="1817914" cy="8587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Python – Бесплатные иконки: логотип">
            <a:extLst>
              <a:ext uri="{FF2B5EF4-FFF2-40B4-BE49-F238E27FC236}">
                <a16:creationId xmlns:a16="http://schemas.microsoft.com/office/drawing/2014/main" id="{74A26D2C-C300-29DA-68EB-C75069691E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7597" y="3502982"/>
            <a:ext cx="2048069" cy="20480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49427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AA6EEE-3DFA-72AB-0A15-56A190A314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Структура проекта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B20D17A-836D-6A89-9B7D-ADFD597DFB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96520" y="1825625"/>
            <a:ext cx="1039896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79257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62A51F-4133-2415-3BAF-A6D761876C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Фишки проекта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06323C-E514-F3B1-F5D4-9B1FCBE6AD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Что мы сделали особенного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29098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70EF1-2B6F-ABFA-302C-B8D8D56F5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№1: Крутой шрифт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A75D9A-DDDB-1EEE-BE1F-2828C62F0EC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В нашем проекте мы специально подгружаем шрифт </a:t>
            </a:r>
            <a:r>
              <a:rPr lang="en-US" dirty="0"/>
              <a:t>JetBrains Monospace</a:t>
            </a:r>
            <a:r>
              <a:rPr lang="ru-RU" dirty="0"/>
              <a:t> для всего текста на сайте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A3DB914-3080-4BD4-3682-7138C9D8774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054193" y="1825625"/>
            <a:ext cx="3417613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4204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F3281-24C9-1F29-24AF-18DE03319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№2: Редактор кода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1BD5A8-547F-23CC-2858-205FE1CA696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Мы сделали так, чтобы при написании кода в браузере соблюдались отступы для удобства (с помощью </a:t>
            </a:r>
            <a:r>
              <a:rPr lang="en-US" dirty="0"/>
              <a:t>JavaScript</a:t>
            </a:r>
            <a:r>
              <a:rPr lang="ru-RU" dirty="0"/>
              <a:t>)</a:t>
            </a:r>
            <a:r>
              <a:rPr lang="en-US" dirty="0"/>
              <a:t>.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3B5341ED-701F-361B-B55D-893768C359C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38200" y="2139334"/>
            <a:ext cx="5181600" cy="3723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66340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C0CA4-61A7-DCD4-C65F-DC5E41CE7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№3: Оформление историй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64445F-1AC6-8B2C-808A-BA718F4D685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К каждой истории мы подираем картинки и интересно оформляем их расположение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66D5C81-65BC-A65D-273D-2E13FD75027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200" y="2082573"/>
            <a:ext cx="5181600" cy="3837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18739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65158-2E96-CFAF-2B99-9FCF4E714E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№4: Автоматическое создание БД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3BBA6B4-51C5-89EA-E2A0-D13EB1113DD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38200" y="2941920"/>
            <a:ext cx="5181600" cy="2118747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66E04A-2B71-19F6-4FB8-2A0695A077E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Если при запуске приложения программа не нашла базу данных (</a:t>
            </a:r>
            <a:r>
              <a:rPr lang="en-US" dirty="0"/>
              <a:t>instance/</a:t>
            </a:r>
            <a:r>
              <a:rPr lang="en-US" dirty="0" err="1"/>
              <a:t>app.db</a:t>
            </a:r>
            <a:r>
              <a:rPr lang="ru-RU" dirty="0"/>
              <a:t>), то она автоматически создается и заполняется информацией об уровнях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01283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9FDE0-C2FD-C21B-4898-B8BD270E29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1950"/>
            <a:ext cx="10515600" cy="2852737"/>
          </a:xfrm>
        </p:spPr>
        <p:txBody>
          <a:bodyPr/>
          <a:lstStyle/>
          <a:p>
            <a:pPr algn="ctr"/>
            <a:r>
              <a:rPr lang="ru-RU" dirty="0"/>
              <a:t>Спасибо за внимание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CE2804-9CC5-F2A0-3F5A-227AA8788F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861675"/>
            <a:ext cx="10515600" cy="1500187"/>
          </a:xfrm>
        </p:spPr>
        <p:txBody>
          <a:bodyPr/>
          <a:lstStyle/>
          <a:p>
            <a:pPr algn="ctr"/>
            <a:r>
              <a:rPr lang="ru-RU" dirty="0"/>
              <a:t>Пора показывать наш результат :)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05267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185</Words>
  <Application>Microsoft Macintosh PowerPoint</Application>
  <PresentationFormat>Widescreen</PresentationFormat>
  <Paragraphs>34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CodeQuest</vt:lpstr>
      <vt:lpstr>Идея проекта</vt:lpstr>
      <vt:lpstr>На чем держится проект?</vt:lpstr>
      <vt:lpstr>Структура проекта</vt:lpstr>
      <vt:lpstr>Фишки проекта</vt:lpstr>
      <vt:lpstr>№1: Крутой шрифт</vt:lpstr>
      <vt:lpstr>№2: Редактор кода</vt:lpstr>
      <vt:lpstr>№3: Оформление историй</vt:lpstr>
      <vt:lpstr>№4: Автоматическое создание БД</vt:lpstr>
      <vt:lpstr>Спасибо за внимание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maffiix</dc:creator>
  <cp:lastModifiedBy>maffiix</cp:lastModifiedBy>
  <cp:revision>1</cp:revision>
  <dcterms:created xsi:type="dcterms:W3CDTF">2026-05-12T19:15:21Z</dcterms:created>
  <dcterms:modified xsi:type="dcterms:W3CDTF">2026-05-12T19:59:29Z</dcterms:modified>
</cp:coreProperties>
</file>